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Title</a:t>
            </a:r>
          </a:p>
        </p:txBody>
      </p:sp>
      <p:sp>
        <p:nvSpPr>
          <p:cNvPr id="3" name="Content Placeholder 2"/>
          <p:cNvSpPr>
            <a:spLocks noGrp="1"/>
          </p:cNvSpPr>
          <p:nvPr>
            <p:ph idx="1"/>
          </p:nvPr>
        </p:nvSpPr>
        <p:spPr/>
        <p:txBody>
          <a:bodyPr/>
          <a:lstStyle/>
          <a:p>
            <a:pPr marL="0" indent="0">
              <a:buNone/>
            </a:pPr>
            <a:r>
              <a:rPr lang="en-IN"/>
              <a:t>     </a:t>
            </a:r>
            <a:endParaRPr lang="en-IN"/>
          </a:p>
          <a:p>
            <a:pPr marL="0" indent="0">
              <a:buNone/>
            </a:pPr>
            <a:endParaRPr lang="en-IN"/>
          </a:p>
          <a:p>
            <a:pPr marL="0" indent="0">
              <a:buNone/>
            </a:pPr>
            <a:endParaRPr lang="en-IN"/>
          </a:p>
          <a:p>
            <a:pPr marL="0" indent="0">
              <a:buNone/>
            </a:pPr>
            <a:r>
              <a:rPr lang="en-IN">
                <a:sym typeface="+mn-ea"/>
              </a:rPr>
              <a:t>      </a:t>
            </a:r>
            <a:r>
              <a:rPr>
                <a:sym typeface="+mn-ea"/>
              </a:rPr>
              <a:t>Cloud-Based Storage Management System</a:t>
            </a:r>
          </a:p>
          <a:p>
            <a:pPr marL="0" indent="0">
              <a:buNone/>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This project aims to develop a cloud-based storage management system that enables users to securely upload, store, manage, and retrieve files from the cloud. The system provides features such as authentication, file management, sharing, and analytics, offering a low-cost, scalable, and efficient alternative to traditional storage solutions.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lstStyle/>
          <a:p>
            <a:r>
              <a:t>Existing storage systems often suffer from limited scalability, manual backup processes, poor accessibility, and higher infr</a:t>
            </a:r>
            <a:r>
              <a:rPr lang="en-IN"/>
              <a:t> </a:t>
            </a:r>
            <a:r>
              <a:t>astructure costs. Traditional systems do not support real-time file access, require maintenance, and lack modern sharing and permission controls.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The proposed cloud-based storage management system leverages cloud technologies to offer secure file uploads, efficient storage management, user authentication, sharing functionality, real-time analytics, and automated backups. The system ensures scalability, high availability, and ease of access from any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Feasibility Study</a:t>
            </a:r>
          </a:p>
        </p:txBody>
      </p:sp>
      <p:sp>
        <p:nvSpPr>
          <p:cNvPr id="3" name="Content Placeholder 2"/>
          <p:cNvSpPr>
            <a:spLocks noGrp="1"/>
          </p:cNvSpPr>
          <p:nvPr>
            <p:ph idx="1"/>
          </p:nvPr>
        </p:nvSpPr>
        <p:spPr/>
        <p:txBody>
          <a:bodyPr/>
          <a:lstStyle/>
          <a:p>
            <a:r>
              <a:t>Operational Feasibility: Easy to use, cloud-accessible, and supports various file types.</a:t>
            </a:r>
          </a:p>
          <a:p>
            <a:r>
              <a:t> Technical Feasibility: Built using widely available technologies such as SQL, Node.js, and cloud storage APIs.</a:t>
            </a:r>
          </a:p>
          <a:p>
            <a:r>
              <a:t> Economic Feasibility: Uses free cloud tiers, reducing infrastructure costs to zero.</a:t>
            </a:r>
          </a:p>
          <a:p>
            <a:r>
              <a:t> Schedule Feasibility: Development can be completed within a semester with proper planning.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Hardware Requirements</a:t>
            </a:r>
          </a:p>
        </p:txBody>
      </p:sp>
      <p:sp>
        <p:nvSpPr>
          <p:cNvPr id="3" name="Content Placeholder 2"/>
          <p:cNvSpPr>
            <a:spLocks noGrp="1"/>
          </p:cNvSpPr>
          <p:nvPr>
            <p:ph idx="1"/>
          </p:nvPr>
        </p:nvSpPr>
        <p:spPr/>
        <p:txBody>
          <a:bodyPr/>
          <a:lstStyle/>
          <a:p>
            <a:r>
              <a:t> Processor: Intel i3 or higher</a:t>
            </a:r>
          </a:p>
          <a:p>
            <a:r>
              <a:t> RAM: 4GB minimum</a:t>
            </a:r>
          </a:p>
          <a:p>
            <a:r>
              <a:t> Storage: 20GB minimum</a:t>
            </a:r>
          </a:p>
          <a:p>
            <a:r>
              <a:t> Internet connection for cloud access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Software Requirements</a:t>
            </a:r>
          </a:p>
        </p:txBody>
      </p:sp>
      <p:sp>
        <p:nvSpPr>
          <p:cNvPr id="3" name="Content Placeholder 2"/>
          <p:cNvSpPr>
            <a:spLocks noGrp="1"/>
          </p:cNvSpPr>
          <p:nvPr>
            <p:ph idx="1"/>
          </p:nvPr>
        </p:nvSpPr>
        <p:spPr/>
        <p:txBody>
          <a:bodyPr/>
          <a:lstStyle/>
          <a:p>
            <a:r>
              <a:t> Frontend:Angular</a:t>
            </a:r>
          </a:p>
          <a:p>
            <a:r>
              <a:t> Backend: Node.js</a:t>
            </a:r>
          </a:p>
          <a:p>
            <a:r>
              <a:t> Database: SQL </a:t>
            </a:r>
          </a:p>
          <a:p>
            <a:r>
              <a:t> Cloud Storage: Firebase</a:t>
            </a:r>
          </a:p>
          <a:p>
            <a:r>
              <a:t> Tools: VS Code, Postman, 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1658</Words>
  <Application>WPS Presentation</Application>
  <PresentationFormat>On-screen Show (4:3)</PresentationFormat>
  <Paragraphs>42</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Arial</vt:lpstr>
      <vt:lpstr>Calibri</vt:lpstr>
      <vt:lpstr>Microsoft YaHei</vt:lpstr>
      <vt:lpstr>Arial Unicode MS</vt:lpstr>
      <vt:lpstr>Office Theme</vt:lpstr>
      <vt:lpstr>Title</vt:lpstr>
      <vt:lpstr>Abstract</vt:lpstr>
      <vt:lpstr>Existing System</vt:lpstr>
      <vt:lpstr>Proposed System</vt:lpstr>
      <vt:lpstr>Feasibility Study</vt:lpstr>
      <vt:lpstr>Hardware Requirements</vt:lpstr>
      <vt:lpstr>Software Requirements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sabee</cp:lastModifiedBy>
  <cp:revision>7</cp:revision>
  <dcterms:created xsi:type="dcterms:W3CDTF">2013-01-27T09:14:00Z</dcterms:created>
  <dcterms:modified xsi:type="dcterms:W3CDTF">2025-11-17T06:24:19Z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FAF2F93CF69B4A5EBA268FFA656AEE1D_12</vt:lpwstr>
  </property>
  <property fmtid="{D5CDD505-2E9C-101B-9397-08002B2CF9AE}" pid="3" name="KSOProductBuildVer">
    <vt:lpwstr>1033-12.2.0.23155</vt:lpwstr>
  </property>
</Properties>
</file>